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test speaker notes for the Duplication Target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E2E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 Not Edit Manually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paragraph for testing</a:t>
            </a:r>
          </a:p>
          <a:p>
            <a:r>
              <a:rPr b="1"/>
              <a:t>Second paragraph with bold</a:t>
            </a:r>
          </a:p>
          <a:p>
            <a:r>
              <a:rPr>
                <a:solidFill>
                  <a:srgbClr val="FF0000"/>
                </a:solidFill>
              </a:rPr>
              <a:t>Third paragraph with color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lueRect"/>
          <p:cNvSpPr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dRect"/>
          <p:cNvSpPr/>
          <p:nvPr/>
        </p:nvSpPr>
        <p:spPr>
          <a:xfrm>
            <a:off x="3657600" y="914400"/>
            <a:ext cx="1828800" cy="13716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reenRect"/>
          <p:cNvSpPr/>
          <p:nvPr/>
        </p:nvSpPr>
        <p:spPr>
          <a:xfrm>
            <a:off x="6400800" y="914400"/>
            <a:ext cx="1828800" cy="13716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contains the SEARCH_MARKER string for testing.</a:t>
            </a:r>
          </a:p>
          <a:p>
            <a:r>
              <a:t>Additional text for search testing with multiple lines.</a:t>
            </a:r>
          </a:p>
          <a:p>
            <a:r>
              <a:t>SEARCH_MARKER appears twice on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Duplication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